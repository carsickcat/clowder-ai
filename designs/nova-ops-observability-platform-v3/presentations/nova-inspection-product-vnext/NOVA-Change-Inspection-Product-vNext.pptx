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12AE1-26E1-A9F0-A704-DBF4CF05A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ED8F78-8928-4169-5903-59BA9E9BB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952398-3458-2B6D-F4ED-EBE8B928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4757-EA13-32A3-EB9D-2E5B1D7C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B6DD4C-1234-9A1E-F2B4-E95DB73EC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3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F6653-2718-C898-66D4-ED2EDB0B2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7C07C-1E28-6AF3-752C-312B3BEF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62DB9-E92F-1290-66F7-938BD778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2F0B78-62DA-7684-A929-E3350A50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4753F-DD71-5F18-A96C-0154EF9C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63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C2204-18F9-8F0B-2955-050B9C2F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340F5-DAA0-330F-72BD-CE7434575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813ED6-A560-558F-C3C1-176C20E8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B39A59-09D5-67A4-F685-078FEE95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D9386-B4F3-58F8-5F4A-884991A6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488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92D1A-638D-743F-61D7-CC7CE3FA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7F80BA-0B5A-F7A6-F424-FEFDA32FF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70AB8E-B4AE-DC02-EA7E-8C22B3859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BF831A-074A-4498-5BD8-432789AF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F51113-DD57-0DD4-B591-F1F25622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F8B6E8-AA68-ED22-B8AB-E64D8425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56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1CC97-B0D6-C4DC-5B34-D80B94B4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38BE9-E0A4-AC5B-EFC6-288FD704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7AD4C-FC04-BCAF-F0E7-D01E2F196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7EEF88-E32F-D07A-1375-9E56DC4D3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89EDA9-9E43-4A32-B50F-EA06CFAC4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04913A-25BD-36B9-E414-F678660E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C2C142-5E82-C6E8-B004-D58C3BC0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0A11BA-DFEC-3E1E-2D8D-01791CDB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39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47C07-AD23-60B6-11F5-782AF777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C8C022-DA61-9F70-63B9-A2B1EC44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96F82C-C6FF-F912-2772-828F684E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D0DCD7-DB19-F71A-2A2F-7E176484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02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A9D88A-4777-4A00-786B-8DA1126A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2A3E90-E658-B2AF-CB1E-690235BF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409AA7-E553-8B7D-B078-CC594314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71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4AD75-23B5-DC3A-281D-50C9D8C0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2B8D50-825F-BE34-F145-B3EDA4609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27B756-EB0A-134D-781A-D9FA4C9FC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20A33-B4B8-EEB2-0C7C-D0976A636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6B7C2B-469F-63FF-511C-80976F5B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F4FFD7-B392-1A7A-192A-881048367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64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4A12A-4885-4402-7796-030B103AB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C35035-B229-7D78-F8CC-76896472A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DA58D8-E3F9-D2AE-1E5A-F38D063C7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CF449-D4F9-7FFA-8001-91ADD897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4954E8-B94F-9FB4-7B52-B2AC6CFB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F9CCA5-CBED-7297-FC8F-4F92E40A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8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F046D-6C76-90CF-A39A-84FA561C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6CEC59-5925-E8DF-DE36-BB334E905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4EE60-1FA3-0974-B9C5-849D704B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D42DA-ECD4-069C-2E7F-401564C6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192E29-CF01-0A00-9596-537F5ECB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276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F50C18-C7F8-FC2D-6C6D-83FFB47F1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7FA75E-C153-F702-E1B0-F30914A7B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3DA29-6F46-BD81-CC0D-A5F80C03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87E302-75F6-E315-6162-6663FB4C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60F18-95B2-8887-C7A0-82DF6A0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93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F222EC-76FA-20D1-ED2E-7259F3C9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43E0CA-BDDC-F357-C200-A604124F5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C1A93-EE28-282B-E027-F6E70E89F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71888-02B8-4D21-B957-9ED00124228B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225AB-0F25-DC3C-8914-E3C1C9C94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99CA2-A819-3FFC-7869-5F10A3B59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12806-D0C3-4DCE-A9C1-7CD7004FD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40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A29BD0-8633-592F-B777-F23AE29FEC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1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0103D30-895B-1E31-54DE-2CE43F77C0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BF4FF3-0414-19AB-8C48-CD5B302B9F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0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8D4570-9C0D-5582-2162-BFA3758237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4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0CCC6E-69B3-1F46-4953-1C298C31F7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8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DF7455-83DB-C563-0841-8107341573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E8EEEA-C16F-D637-13E5-B8D659B9E5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3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F47E4E-1AD2-F482-2303-F98D7E76A9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1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一恒 孟</dc:creator>
  <cp:lastModifiedBy>一恒 孟</cp:lastModifiedBy>
  <cp:revision>1</cp:revision>
  <dcterms:created xsi:type="dcterms:W3CDTF">2026-08-01T17:57:23Z</dcterms:created>
  <dcterms:modified xsi:type="dcterms:W3CDTF">2026-08-01T17:57:23Z</dcterms:modified>
</cp:coreProperties>
</file>